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104" y="-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7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5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63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7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9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8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6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8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3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4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57D33-E116-F944-B035-E7606925799E}" type="datetimeFigureOut">
              <a:rPr lang="en-US" smtClean="0"/>
              <a:t>10/20/13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AC3E-2CA6-054F-BF15-668920CCA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3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33392" y="2868555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242864" y="4032165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054197" y="2865354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690196" y="2865354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936173" y="2868555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12" name="Straight Connector 11"/>
          <p:cNvCxnSpPr>
            <a:stCxn id="4" idx="6"/>
            <a:endCxn id="7" idx="2"/>
          </p:cNvCxnSpPr>
          <p:nvPr/>
        </p:nvCxnSpPr>
        <p:spPr>
          <a:xfrm flipV="1">
            <a:off x="2986060" y="3077232"/>
            <a:ext cx="704136" cy="3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4"/>
            <a:endCxn id="5" idx="0"/>
          </p:cNvCxnSpPr>
          <p:nvPr/>
        </p:nvCxnSpPr>
        <p:spPr>
          <a:xfrm>
            <a:off x="3966530" y="3289109"/>
            <a:ext cx="552668" cy="743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4"/>
            <a:endCxn id="5" idx="0"/>
          </p:cNvCxnSpPr>
          <p:nvPr/>
        </p:nvCxnSpPr>
        <p:spPr>
          <a:xfrm flipH="1">
            <a:off x="4519198" y="3292310"/>
            <a:ext cx="693309" cy="7398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6"/>
            <a:endCxn id="6" idx="2"/>
          </p:cNvCxnSpPr>
          <p:nvPr/>
        </p:nvCxnSpPr>
        <p:spPr>
          <a:xfrm flipV="1">
            <a:off x="5488841" y="3077232"/>
            <a:ext cx="565356" cy="3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669065" y="2398682"/>
            <a:ext cx="1646243" cy="118712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519229" y="2398683"/>
            <a:ext cx="2206649" cy="118712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878279" y="2480535"/>
            <a:ext cx="1505602" cy="118712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766397" y="3862357"/>
            <a:ext cx="1505602" cy="118712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845259" y="2680688"/>
            <a:ext cx="54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394889" y="2499223"/>
            <a:ext cx="54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28523" y="2910305"/>
            <a:ext cx="54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321922" y="456776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AS4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3389564" y="1371599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4635541" y="1374800"/>
            <a:ext cx="552668" cy="4237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218597" y="904928"/>
            <a:ext cx="2206649" cy="118712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094257" y="1005468"/>
            <a:ext cx="54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AS5</a:t>
            </a:r>
            <a:endParaRPr lang="en-US" dirty="0"/>
          </a:p>
        </p:txBody>
      </p:sp>
      <p:cxnSp>
        <p:nvCxnSpPr>
          <p:cNvPr id="37" name="Straight Connector 36"/>
          <p:cNvCxnSpPr>
            <a:stCxn id="4" idx="0"/>
            <a:endCxn id="33" idx="4"/>
          </p:cNvCxnSpPr>
          <p:nvPr/>
        </p:nvCxnSpPr>
        <p:spPr>
          <a:xfrm flipV="1">
            <a:off x="2709726" y="1795354"/>
            <a:ext cx="956172" cy="1073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6"/>
            <a:endCxn id="34" idx="2"/>
          </p:cNvCxnSpPr>
          <p:nvPr/>
        </p:nvCxnSpPr>
        <p:spPr>
          <a:xfrm>
            <a:off x="3942232" y="1583477"/>
            <a:ext cx="693309" cy="3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7" idx="0"/>
            <a:endCxn id="34" idx="4"/>
          </p:cNvCxnSpPr>
          <p:nvPr/>
        </p:nvCxnSpPr>
        <p:spPr>
          <a:xfrm flipV="1">
            <a:off x="3966530" y="1798555"/>
            <a:ext cx="945345" cy="10667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33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Apple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Tom</dc:creator>
  <cp:lastModifiedBy>Alex Tom</cp:lastModifiedBy>
  <cp:revision>5</cp:revision>
  <dcterms:created xsi:type="dcterms:W3CDTF">2013-10-20T21:22:36Z</dcterms:created>
  <dcterms:modified xsi:type="dcterms:W3CDTF">2013-10-20T21:33:42Z</dcterms:modified>
</cp:coreProperties>
</file>